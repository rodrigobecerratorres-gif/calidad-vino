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6/13/2026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18D059-B588-4E3A-CC8F-43F030C43E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Proyecto calidad de vino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E31A738-D486-3921-A696-E078250725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823909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8F5D6E-4E13-0669-A9EB-9686ADD48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Estructura del </a:t>
            </a:r>
            <a:r>
              <a:rPr lang="es-ES" dirty="0" err="1"/>
              <a:t>dataset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BE76DA-7DA4-4374-8F45-335A78AF116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3CB7357B-909B-0A2C-B29D-5FB44246FBD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447331" y="1768282"/>
            <a:ext cx="5000122" cy="4145140"/>
          </a:xfrm>
        </p:spPr>
      </p:pic>
    </p:spTree>
    <p:extLst>
      <p:ext uri="{BB962C8B-B14F-4D97-AF65-F5344CB8AC3E}">
        <p14:creationId xmlns:p14="http://schemas.microsoft.com/office/powerpoint/2010/main" val="2097906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9FECD7-D511-E983-CC48-C1348F7FC4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900E782-CBCE-63F8-4A96-02CCC3A5D4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C56A074-1007-BD98-12D3-44B3A6F06D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50" y="561719"/>
            <a:ext cx="8078770" cy="6296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4FD841FF-3BFB-5848-7DEC-14D05FC9B117}"/>
              </a:ext>
            </a:extLst>
          </p:cNvPr>
          <p:cNvSpPr txBox="1"/>
          <p:nvPr/>
        </p:nvSpPr>
        <p:spPr>
          <a:xfrm>
            <a:off x="3141306" y="72098"/>
            <a:ext cx="7137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Matriz de Correlación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968051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6065DBD7-89F2-76A7-DE73-17F971E20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93888"/>
            <a:ext cx="12192000" cy="3068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C6EF7B8-B583-D93A-AF55-B60C88895438}"/>
              </a:ext>
            </a:extLst>
          </p:cNvPr>
          <p:cNvSpPr txBox="1"/>
          <p:nvPr/>
        </p:nvSpPr>
        <p:spPr>
          <a:xfrm>
            <a:off x="3844212" y="569167"/>
            <a:ext cx="3480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Matriz de Confusión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022290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DA1DA87B-DA7F-5DBB-70E9-F12BEE4FC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6925" y="457200"/>
            <a:ext cx="8058150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627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9DD384-77A8-EA82-6959-08AFA14BD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0550" y="176587"/>
            <a:ext cx="9509230" cy="2776552"/>
          </a:xfrm>
        </p:spPr>
        <p:txBody>
          <a:bodyPr>
            <a:normAutofit fontScale="25000" lnSpcReduction="20000"/>
          </a:bodyPr>
          <a:lstStyle/>
          <a:p>
            <a:r>
              <a:rPr lang="es-ES" sz="56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Comparar el rendimiento de los diferentes modelos.</a:t>
            </a:r>
          </a:p>
          <a:p>
            <a:pPr algn="ctr"/>
            <a:r>
              <a:rPr lang="es-ES" sz="5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KNN estuvo por muy poco por debajo de </a:t>
            </a:r>
            <a:r>
              <a:rPr lang="es-ES" sz="56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Random</a:t>
            </a:r>
            <a:r>
              <a:rPr lang="es-ES" sz="5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Forest, el problema de este  modelo es sensible a la escala de las variables y al ruido presente en los datos, lo que puede degradar su capacidad de encontrar vecinos representativos.</a:t>
            </a:r>
          </a:p>
          <a:p>
            <a:br>
              <a:rPr lang="es-ES" sz="5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5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Regresión Logística , estuvo por debajo de la competencia, no alcanza a interpretar las diferentes variables que conjugan la calidad del Vino.</a:t>
            </a:r>
          </a:p>
          <a:p>
            <a:br>
              <a:rPr lang="es-ES" sz="5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56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Random</a:t>
            </a:r>
            <a:r>
              <a:rPr lang="es-ES" sz="56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Forest, Ofrece importancia de características, lo que permite identificar qué variables para predecir en este caso la calidad.</a:t>
            </a:r>
          </a:p>
          <a:p>
            <a:endParaRPr lang="es-ES" b="0" i="0" dirty="0">
              <a:effectLst/>
              <a:latin typeface="Google Sans Text"/>
            </a:endParaRPr>
          </a:p>
          <a:p>
            <a:endParaRPr lang="es-CL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030110F-E9C2-B0CE-CD30-1D45B62A40E3}"/>
              </a:ext>
            </a:extLst>
          </p:cNvPr>
          <p:cNvSpPr txBox="1"/>
          <p:nvPr/>
        </p:nvSpPr>
        <p:spPr>
          <a:xfrm>
            <a:off x="419878" y="2953139"/>
            <a:ext cx="9479902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Discutir cuál modelo ofrece el mejor rendimiento y por qué.</a:t>
            </a:r>
          </a:p>
          <a:p>
            <a:endParaRPr lang="es-ES" sz="1400" b="1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4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 modelo </a:t>
            </a:r>
            <a:r>
              <a:rPr lang="es-ES" sz="14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Random</a:t>
            </a:r>
            <a:r>
              <a:rPr lang="es-ES" sz="14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Forest supera a los demás porque puede manejar las diferentes variables en una combinación de múltiples arboles de decisión, esto se ajusta </a:t>
            </a:r>
            <a:r>
              <a:rPr lang="es-ES" sz="14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tambien</a:t>
            </a:r>
            <a:r>
              <a:rPr lang="es-ES" sz="14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donde la </a:t>
            </a:r>
            <a:r>
              <a:rPr lang="es-ES" sz="1400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calidas</a:t>
            </a:r>
            <a:r>
              <a:rPr lang="es-ES" sz="14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del vino esta dada por diferentes combinaciones de factores de tipos químicos.</a:t>
            </a:r>
          </a:p>
          <a:p>
            <a:br>
              <a:rPr lang="es-ES" sz="14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4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Por otro lado en la lectura de los índices tiene todos los valores mas altos que su competencia logrando menso falsos positivos.</a:t>
            </a:r>
          </a:p>
          <a:p>
            <a:endParaRPr lang="es-ES" b="0" i="0" dirty="0">
              <a:effectLst/>
              <a:latin typeface="Google Sans Text"/>
            </a:endParaRP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171584770"/>
      </p:ext>
    </p:extLst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{3A9B2D38-8933-42E9-87CA-4DEA422881CE}TFc986dd65-aaf0-4d5c-bef9-9c391ee05f7b6a80d193-c6c005e2f19e</Template>
  <TotalTime>10</TotalTime>
  <Words>190</Words>
  <Application>Microsoft Office PowerPoint</Application>
  <PresentationFormat>Panorámica</PresentationFormat>
  <Paragraphs>12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Gill Sans MT</vt:lpstr>
      <vt:lpstr>Google Sans Text</vt:lpstr>
      <vt:lpstr>Galería</vt:lpstr>
      <vt:lpstr>Proyecto calidad de vino</vt:lpstr>
      <vt:lpstr>Estructura del dataset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Rodrigo Becerra</dc:creator>
  <cp:lastModifiedBy>Rodrigo Becerra</cp:lastModifiedBy>
  <cp:revision>2</cp:revision>
  <dcterms:created xsi:type="dcterms:W3CDTF">2026-06-13T05:52:38Z</dcterms:created>
  <dcterms:modified xsi:type="dcterms:W3CDTF">2026-06-13T06:03:18Z</dcterms:modified>
</cp:coreProperties>
</file>